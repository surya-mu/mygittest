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6" r:id="rId4"/>
    <p:sldId id="263" r:id="rId5"/>
    <p:sldId id="265" r:id="rId6"/>
    <p:sldId id="258" r:id="rId7"/>
    <p:sldId id="259" r:id="rId8"/>
    <p:sldId id="268" r:id="rId9"/>
    <p:sldId id="260" r:id="rId10"/>
    <p:sldId id="267" r:id="rId11"/>
    <p:sldId id="269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08" autoAdjust="0"/>
    <p:restoredTop sz="94660"/>
  </p:normalViewPr>
  <p:slideViewPr>
    <p:cSldViewPr>
      <p:cViewPr varScale="1">
        <p:scale>
          <a:sx n="61" d="100"/>
          <a:sy n="61" d="100"/>
        </p:scale>
        <p:origin x="1436" y="6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B771-95C5-4540-BE2D-B6B67950EDA1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BB5E1-E474-41CD-A7C7-E7054D7B65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B771-95C5-4540-BE2D-B6B67950EDA1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BB5E1-E474-41CD-A7C7-E7054D7B65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B771-95C5-4540-BE2D-B6B67950EDA1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BB5E1-E474-41CD-A7C7-E7054D7B65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B771-95C5-4540-BE2D-B6B67950EDA1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BB5E1-E474-41CD-A7C7-E7054D7B65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B771-95C5-4540-BE2D-B6B67950EDA1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BB5E1-E474-41CD-A7C7-E7054D7B65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B771-95C5-4540-BE2D-B6B67950EDA1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BB5E1-E474-41CD-A7C7-E7054D7B65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B771-95C5-4540-BE2D-B6B67950EDA1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BB5E1-E474-41CD-A7C7-E7054D7B65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B771-95C5-4540-BE2D-B6B67950EDA1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BB5E1-E474-41CD-A7C7-E7054D7B65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B771-95C5-4540-BE2D-B6B67950EDA1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BB5E1-E474-41CD-A7C7-E7054D7B65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B771-95C5-4540-BE2D-B6B67950EDA1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BB5E1-E474-41CD-A7C7-E7054D7B65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B771-95C5-4540-BE2D-B6B67950EDA1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BB5E1-E474-41CD-A7C7-E7054D7B65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DB771-95C5-4540-BE2D-B6B67950EDA1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7BB5E1-E474-41CD-A7C7-E7054D7B659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Trainer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 am Anand, B.E - Computer Science graduate</a:t>
            </a:r>
          </a:p>
          <a:p>
            <a:r>
              <a:rPr lang="en-US"/>
              <a:t>Having 25+ </a:t>
            </a:r>
            <a:r>
              <a:rPr lang="en-US" dirty="0"/>
              <a:t>Years of experience in IT sector</a:t>
            </a:r>
          </a:p>
          <a:p>
            <a:r>
              <a:rPr lang="en-US" dirty="0"/>
              <a:t>Worked for MNC(Wipro, Sun, Adobe, EMC, Cisco) </a:t>
            </a:r>
          </a:p>
          <a:p>
            <a:r>
              <a:rPr lang="en-US" dirty="0"/>
              <a:t>Vast experience in Banking, HealthCare, Data Center, Content Management software’s </a:t>
            </a:r>
          </a:p>
          <a:p>
            <a:r>
              <a:rPr lang="en-US" dirty="0"/>
              <a:t>Certified Scrum Master, Cisco CCNA, AWS Solution Architect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1"/>
            <a:ext cx="7772400" cy="990599"/>
          </a:xfrm>
        </p:spPr>
        <p:txBody>
          <a:bodyPr/>
          <a:lstStyle/>
          <a:p>
            <a:r>
              <a:rPr lang="en-US" dirty="0"/>
              <a:t>Software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1143000"/>
            <a:ext cx="3810000" cy="7620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What is Software Testing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1676401"/>
            <a:ext cx="7315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Software testing is a process of identifying the correctness of software by considering its all attributes (Reliability, Scalability, Portability, Re-usability, Usability) and evaluating the execution of software components to find the software bugs or errors or defects. </a:t>
            </a:r>
          </a:p>
        </p:txBody>
      </p:sp>
      <p:sp>
        <p:nvSpPr>
          <p:cNvPr id="11266" name="AutoShape 2" descr="Software Tes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68" name="AutoShape 4" descr="Software Tes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3048000"/>
            <a:ext cx="3124200" cy="311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56D0C6-39BB-4DAD-94F1-AEC3ECD8D3EF}"/>
              </a:ext>
            </a:extLst>
          </p:cNvPr>
          <p:cNvSpPr txBox="1"/>
          <p:nvPr/>
        </p:nvSpPr>
        <p:spPr>
          <a:xfrm>
            <a:off x="4495800" y="3048000"/>
            <a:ext cx="3276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SOFTWARE TESTING</a:t>
            </a:r>
            <a:r>
              <a:rPr lang="en-US" dirty="0"/>
              <a:t> is defined as an activity to check whether the </a:t>
            </a:r>
            <a:r>
              <a:rPr lang="en-US" b="1" dirty="0"/>
              <a:t>actual</a:t>
            </a:r>
            <a:r>
              <a:rPr lang="en-US" dirty="0"/>
              <a:t> results match the </a:t>
            </a:r>
            <a:r>
              <a:rPr lang="en-US" b="1" dirty="0"/>
              <a:t>expected</a:t>
            </a:r>
            <a:r>
              <a:rPr lang="en-US" dirty="0"/>
              <a:t> results and to ensure that the software system is Defect free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381000"/>
            <a:ext cx="36575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What is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914400"/>
            <a:ext cx="838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/>
              <a:t> Testing is a group of techniques to determine the correctness of the application under the predefined script but, testing cannot find all the defect of application. 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The main intent of testing is to detect failures of the application so that failures can be discovered and corrected. 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It does not demonstrate that a product functions properly under all conditions but only that it is not working in some specific conditions.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667000"/>
            <a:ext cx="2590800" cy="381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Type of Software testing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51715C-65E1-4C6F-9A91-35F3C14FC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736" y="3047999"/>
            <a:ext cx="6215064" cy="380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240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9335" y="1371601"/>
            <a:ext cx="7701190" cy="5000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381000" y="457201"/>
            <a:ext cx="6248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b="1" i="1" dirty="0"/>
              <a:t>When do defects arise?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024527"/>
            <a:ext cx="7667324" cy="51476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609600" y="457200"/>
            <a:ext cx="53690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/>
              <a:t>What is the cost of defects? </a:t>
            </a:r>
            <a:endParaRPr lang="en-US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43113" y="981075"/>
            <a:ext cx="5057775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1143000" y="457200"/>
            <a:ext cx="47741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Software Testing Principles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Software Development Life Cycl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447800"/>
            <a:ext cx="7924800" cy="1600200"/>
          </a:xfrm>
          <a:prstGeom prst="rect">
            <a:avLst/>
          </a:prstGeom>
          <a:noFill/>
        </p:spPr>
      </p:pic>
      <p:sp>
        <p:nvSpPr>
          <p:cNvPr id="3" name="Rectangle 2"/>
          <p:cNvSpPr/>
          <p:nvPr/>
        </p:nvSpPr>
        <p:spPr>
          <a:xfrm>
            <a:off x="381000" y="533400"/>
            <a:ext cx="61581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Software Development Life Cycle (SDLC)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3276600"/>
            <a:ext cx="80772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/>
              <a:t> SDLC describes various phases of software development and the order of execution of phases. 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Each phase requires deliverable from the previous phase in a life cycle of software development. 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Requirements are translated into design, design into development and development into testing; after testing, it is given to the client.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81000" y="533400"/>
            <a:ext cx="61581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Software Test Life Cycle (STLC)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1295400"/>
            <a:ext cx="8305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/>
              <a:t>1. Understand the requirement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2. Test Planning (Agile process, not much importance for TP)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3. scenarios to be tested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4. Test cases to be written based on the scenarios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4a. Peer Review of the Test Cases for corrections/additions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5. Test Execution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6. Identify Defects &amp; report to the developer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7. closure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2F376D-1862-4341-83BF-3A79B7CB47F6}"/>
              </a:ext>
            </a:extLst>
          </p:cNvPr>
          <p:cNvSpPr/>
          <p:nvPr/>
        </p:nvSpPr>
        <p:spPr>
          <a:xfrm>
            <a:off x="381000" y="3811726"/>
            <a:ext cx="61581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Functional Requirements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7866D8-39F0-4362-8B59-350C86B37E9F}"/>
              </a:ext>
            </a:extLst>
          </p:cNvPr>
          <p:cNvSpPr/>
          <p:nvPr/>
        </p:nvSpPr>
        <p:spPr>
          <a:xfrm>
            <a:off x="381000" y="4267200"/>
            <a:ext cx="8305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/>
              <a:t>1. Functional Requirement Document (FRS) / User stories in Agile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2. Identify Test Scenarios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3. </a:t>
            </a:r>
            <a:r>
              <a:rPr lang="en-US"/>
              <a:t>Test Cases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806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9601"/>
            <a:ext cx="624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Software Development Life Cycle (SDLC) Models</a:t>
            </a:r>
          </a:p>
        </p:txBody>
      </p:sp>
      <p:pic>
        <p:nvPicPr>
          <p:cNvPr id="17410" name="Picture 2" descr="Software Development Life Cycl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1143000"/>
            <a:ext cx="3267075" cy="4953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CD3A3C-97A9-4DB3-810F-BE7466BCA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0758"/>
            <a:ext cx="9144000" cy="479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038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75153C3-293E-4CB4-BE4C-8D8F77486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00" y="1295400"/>
            <a:ext cx="101346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944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1049</TotalTime>
  <Words>402</Words>
  <Application>Microsoft Office PowerPoint</Application>
  <PresentationFormat>On-screen Show (4:3)</PresentationFormat>
  <Paragraphs>37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Wingdings</vt:lpstr>
      <vt:lpstr>Office Theme</vt:lpstr>
      <vt:lpstr>About Trainer</vt:lpstr>
      <vt:lpstr>Software Testing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Testing</dc:title>
  <dc:creator>Radhika</dc:creator>
  <cp:lastModifiedBy>Anand B</cp:lastModifiedBy>
  <cp:revision>39</cp:revision>
  <dcterms:created xsi:type="dcterms:W3CDTF">2020-08-24T09:52:12Z</dcterms:created>
  <dcterms:modified xsi:type="dcterms:W3CDTF">2025-05-13T04:47:18Z</dcterms:modified>
</cp:coreProperties>
</file>